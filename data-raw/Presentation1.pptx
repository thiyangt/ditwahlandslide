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3F145-24C8-4087-80E5-A306531A0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48F09-E57E-429B-99E3-5B60304E3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934C9-0C8C-4183-935E-A794AC976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E054A-D9AB-496A-844A-4F6575B8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5B458-C0F9-4336-B60F-16B66AA85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3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C29A-1544-4A8B-805B-019D2313A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FC7AF-126A-452C-8AE6-1A74C580A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5A3E5-827B-49D2-87B0-4CA35DAA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6C28E-6663-4381-BEAE-2EBD6352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3B60F-32E1-480B-8C15-7F87237F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85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BEAD-3683-4D4F-B766-8C81FD9E9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EFA40-ECC3-4577-BED5-E8D77B425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3684E-7097-4209-B79E-C1400AE3F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36D4D-B045-4EBF-B60B-185857BB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BB750-FD47-49F8-A799-42046C49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3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54DB-A994-49D4-9C0E-344E76B5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BFB17-DED7-4957-BFB1-0DD7D8E230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B9A15-3195-45F5-B0FD-3CCFDC88C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74E7D-3858-49C7-889D-6D41101F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1F893-DF5B-454F-81E9-F7043D387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0CCFB-CA23-4A00-BD08-0C6B8163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7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144BE-47B9-4C56-9F8E-D8B7FDE3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DB2B8-2C38-4B51-877C-387A20B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3C8AE-8EAC-435B-9084-33AB5A42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6894F-5EB1-4CB2-9F85-E7EE9B1C0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0710C1-515D-4522-808D-03A82A264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CE83AD-8E87-4275-9CAA-F42420602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F7079-6DDD-44EB-BC28-9CA5C390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C84991-AD5A-4571-B475-1687167CC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4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4167-3559-463D-A4E4-0C979271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A9F6C8-4659-478F-89D7-59F6E3B2F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7CB0D-6E39-4975-8541-B15835E49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816B6-F2A4-4384-A69C-1E79B0692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5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13A1A-D7E6-441D-9935-A3FEF9690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ED35A-75C4-4A57-8157-7BA504B4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CE8DF-1BCD-43E0-B22B-ED246AD9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7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031A9-A225-4A06-8814-12BAE8316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8E637-D494-4A99-B3C4-5C159B1AC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3C896-2D90-4A23-81A3-14523BE75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89FD0-BB6E-48F8-8334-AA07959AA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4E45A-BEB4-4F37-AAF0-C3A36B33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F7702-9C31-411C-A82E-A5DE503C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C4C0-4B8F-43A2-BB52-04BB344D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45388-CC93-4769-828F-B73BF449C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B4E21-D554-46B4-A74D-DB5EB4F75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DC36A-7A94-4488-AB91-7CD40FFE5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33D6D-3BC4-4A9E-976F-6F0D2305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491A5-3652-4D83-B940-033B7013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6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6241-38B9-4BF1-9D8E-4FA07CC19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CAE25-C187-4790-A323-DD160439F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6B1BF-6E4F-4804-9AAF-2824840A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A702E-56E1-4C65-BF6B-3DF73A26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7ED5B-568F-47B9-8816-C3BAD0A7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2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F56579-21C8-494A-8368-E3738051E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C07B9-575C-403B-AAD7-01B919AD3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B96E7-E8A7-4F24-81CE-3AB14A59E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A920B-C0BF-4CBD-8A21-F291D7FA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FCF14-B4F7-45F0-8EAE-80A67CD5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9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8CBD4D-D894-4556-A7DB-5109C4E9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4D190-2439-458B-9755-3D8F5C2B6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F8F8F-9E50-40F1-9CA1-44FAF58E06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D0678-AF67-48BF-A30E-A394B1B846C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B14EA-FA04-4A88-B5AC-52496932A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E6880-176B-4E16-B29D-4791F91F7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B574D-C99E-4E2D-94B5-14F5E24F3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93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557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88DB71-6EEE-426D-9F04-AF7CD58B7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24" y="285311"/>
            <a:ext cx="4920322" cy="3349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951B68-1176-41DD-B3C3-A366D2FB34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648" y="3305158"/>
            <a:ext cx="4308089" cy="3267531"/>
          </a:xfrm>
          <a:prstGeom prst="rect">
            <a:avLst/>
          </a:prstGeom>
        </p:spPr>
      </p:pic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09E9CF75-C8FE-45CE-A820-1DDF1780CC5B}"/>
              </a:ext>
            </a:extLst>
          </p:cNvPr>
          <p:cNvCxnSpPr/>
          <p:nvPr/>
        </p:nvCxnSpPr>
        <p:spPr>
          <a:xfrm rot="5400000">
            <a:off x="4510669" y="3038707"/>
            <a:ext cx="1293541" cy="591014"/>
          </a:xfrm>
          <a:prstGeom prst="curvedConnector3">
            <a:avLst>
              <a:gd name="adj1" fmla="val 125000"/>
            </a:avLst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8E3D47-D2C1-4E05-9523-92B6D601F746}"/>
              </a:ext>
            </a:extLst>
          </p:cNvPr>
          <p:cNvCxnSpPr>
            <a:cxnSpLocks/>
          </p:cNvCxnSpPr>
          <p:nvPr/>
        </p:nvCxnSpPr>
        <p:spPr>
          <a:xfrm flipV="1">
            <a:off x="4426493" y="4754254"/>
            <a:ext cx="1945887" cy="2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CA391A-C521-406E-953A-106A0607326F}"/>
              </a:ext>
            </a:extLst>
          </p:cNvPr>
          <p:cNvSpPr txBox="1"/>
          <p:nvPr/>
        </p:nvSpPr>
        <p:spPr>
          <a:xfrm>
            <a:off x="5591253" y="3120492"/>
            <a:ext cx="59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FEA610-3DC1-4982-B748-39DB1E206ABB}"/>
              </a:ext>
            </a:extLst>
          </p:cNvPr>
          <p:cNvSpPr txBox="1"/>
          <p:nvPr/>
        </p:nvSpPr>
        <p:spPr>
          <a:xfrm>
            <a:off x="5971477" y="4754257"/>
            <a:ext cx="59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711DE6-6DA6-4A2D-8156-333E1D1F09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492" y="2215572"/>
            <a:ext cx="5522557" cy="41256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4F739D4-3ED8-428F-AFE2-905E8CF8ECAF}"/>
              </a:ext>
            </a:extLst>
          </p:cNvPr>
          <p:cNvSpPr txBox="1"/>
          <p:nvPr/>
        </p:nvSpPr>
        <p:spPr>
          <a:xfrm>
            <a:off x="6562492" y="484565"/>
            <a:ext cx="3940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 analysis-ready tidy dataset prepared for immediate use in statistical workflows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5F6917-FAD4-471C-8237-5A3E5530DD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615" y="379142"/>
            <a:ext cx="1578867" cy="182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93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</cp:revision>
  <dcterms:created xsi:type="dcterms:W3CDTF">2025-12-02T12:30:32Z</dcterms:created>
  <dcterms:modified xsi:type="dcterms:W3CDTF">2025-12-02T13:40:24Z</dcterms:modified>
</cp:coreProperties>
</file>